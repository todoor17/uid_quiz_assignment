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64" r:id="rId5"/>
    <p:sldId id="265" r:id="rId6"/>
    <p:sldId id="267" r:id="rId7"/>
    <p:sldId id="273" r:id="rId8"/>
    <p:sldId id="274" r:id="rId9"/>
    <p:sldId id="275" r:id="rId10"/>
    <p:sldId id="276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D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136A90-6B59-45AD-BBA1-85AFD032E8F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0EFBB7-0769-4554-96E3-51B5B6698D5A}">
      <dgm:prSet phldrT="[Text]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>
              <a:latin typeface="+mn-lt"/>
              <a:ea typeface="Tahoma" panose="020B0604030504040204" pitchFamily="34" charset="0"/>
              <a:cs typeface="Tahoma" panose="020B0604030504040204" pitchFamily="34" charset="0"/>
            </a:rPr>
            <a:t>Education and self-learning</a:t>
          </a:r>
        </a:p>
      </dgm:t>
    </dgm:pt>
    <dgm:pt modelId="{B5DFE748-686E-4A08-944E-9D07F9FA6B48}" type="parTrans" cxnId="{17C9D25A-BC5F-418E-9A4A-29DD9C57BD39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FD3AFE35-532F-4AE8-BAB4-DFA3B4B611F6}" type="sibTrans" cxnId="{17C9D25A-BC5F-418E-9A4A-29DD9C57BD39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533B6C7-3203-4AEE-95BC-E867D49C88B5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>
              <a:latin typeface="+mn-lt"/>
              <a:ea typeface="Tahoma" panose="020B0604030504040204" pitchFamily="34" charset="0"/>
              <a:cs typeface="Tahoma" panose="020B0604030504040204" pitchFamily="34" charset="0"/>
            </a:rPr>
            <a:t>Online assessment practice</a:t>
          </a:r>
        </a:p>
      </dgm:t>
    </dgm:pt>
    <dgm:pt modelId="{4FCAF1A9-8A97-45AC-B4A5-B91AEE5BC9BB}" type="parTrans" cxnId="{0FE563DE-8338-4B45-BCFD-251C8642CAB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34EAA8A-B09B-42FE-8301-99FBFB2B9BD8}" type="sibTrans" cxnId="{0FE563DE-8338-4B45-BCFD-251C8642CAB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A4045ED-A119-4AA6-9C68-5FB2FD000427}">
      <dgm:prSet phldrT="[Text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latin typeface="+mn-lt"/>
              <a:ea typeface="Tahoma" panose="020B0604030504040204" pitchFamily="34" charset="0"/>
              <a:cs typeface="Tahoma" panose="020B0604030504040204" pitchFamily="34" charset="0"/>
            </a:rPr>
            <a:t>Knowledge testing through quizzes</a:t>
          </a:r>
        </a:p>
      </dgm:t>
    </dgm:pt>
    <dgm:pt modelId="{3AFC7164-9B18-4D91-8BCD-E06AEDF44A1B}" type="parTrans" cxnId="{1BD59E24-EEF8-4998-8DB1-3343142CAF57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58335E1-0756-4935-AE41-5B216DCCD948}" type="sibTrans" cxnId="{1BD59E24-EEF8-4998-8DB1-3343142CAF57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183A34DF-AA92-49E1-8191-0CF6AD17A6AA}" type="pres">
      <dgm:prSet presAssocID="{2A136A90-6B59-45AD-BBA1-85AFD032E8F8}" presName="linear" presStyleCnt="0">
        <dgm:presLayoutVars>
          <dgm:dir/>
          <dgm:animLvl val="lvl"/>
          <dgm:resizeHandles val="exact"/>
        </dgm:presLayoutVars>
      </dgm:prSet>
      <dgm:spPr/>
    </dgm:pt>
    <dgm:pt modelId="{8F706C0E-1AB2-4161-86CE-4B3594B6EE51}" type="pres">
      <dgm:prSet presAssocID="{620EFBB7-0769-4554-96E3-51B5B6698D5A}" presName="parentLin" presStyleCnt="0"/>
      <dgm:spPr/>
    </dgm:pt>
    <dgm:pt modelId="{428AD880-175D-49F1-A1F6-97F367C387BF}" type="pres">
      <dgm:prSet presAssocID="{620EFBB7-0769-4554-96E3-51B5B6698D5A}" presName="parentLeftMargin" presStyleLbl="node1" presStyleIdx="0" presStyleCnt="3"/>
      <dgm:spPr/>
    </dgm:pt>
    <dgm:pt modelId="{A8B898EB-38C9-408E-9FE2-CB5C874FA50A}" type="pres">
      <dgm:prSet presAssocID="{620EFBB7-0769-4554-96E3-51B5B6698D5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10CCE66-3FB9-4F51-BDBC-33ABD28D8225}" type="pres">
      <dgm:prSet presAssocID="{620EFBB7-0769-4554-96E3-51B5B6698D5A}" presName="negativeSpace" presStyleCnt="0"/>
      <dgm:spPr/>
    </dgm:pt>
    <dgm:pt modelId="{CD67A140-C3A5-43E4-BD28-3C31B61E6EA3}" type="pres">
      <dgm:prSet presAssocID="{620EFBB7-0769-4554-96E3-51B5B6698D5A}" presName="childText" presStyleLbl="conFgAcc1" presStyleIdx="0" presStyleCnt="3">
        <dgm:presLayoutVars>
          <dgm:bulletEnabled val="1"/>
        </dgm:presLayoutVars>
      </dgm:prSet>
      <dgm:spPr>
        <a:ln>
          <a:solidFill>
            <a:schemeClr val="accent5">
              <a:lumMod val="50000"/>
            </a:schemeClr>
          </a:solidFill>
        </a:ln>
      </dgm:spPr>
    </dgm:pt>
    <dgm:pt modelId="{B5CDED1F-8360-491C-9402-4F19E16BD667}" type="pres">
      <dgm:prSet presAssocID="{FD3AFE35-532F-4AE8-BAB4-DFA3B4B611F6}" presName="spaceBetweenRectangles" presStyleCnt="0"/>
      <dgm:spPr/>
    </dgm:pt>
    <dgm:pt modelId="{77070C8B-4365-4FE5-A117-9CDBA9EA1B7B}" type="pres">
      <dgm:prSet presAssocID="{A533B6C7-3203-4AEE-95BC-E867D49C88B5}" presName="parentLin" presStyleCnt="0"/>
      <dgm:spPr/>
    </dgm:pt>
    <dgm:pt modelId="{1281A6D2-5A4B-4B28-A324-2451A8523897}" type="pres">
      <dgm:prSet presAssocID="{A533B6C7-3203-4AEE-95BC-E867D49C88B5}" presName="parentLeftMargin" presStyleLbl="node1" presStyleIdx="0" presStyleCnt="3"/>
      <dgm:spPr/>
    </dgm:pt>
    <dgm:pt modelId="{9F236B2A-6433-401D-953E-FC86D923A3BE}" type="pres">
      <dgm:prSet presAssocID="{A533B6C7-3203-4AEE-95BC-E867D49C88B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22D5052-0558-4614-99B8-0AD5AD5D765D}" type="pres">
      <dgm:prSet presAssocID="{A533B6C7-3203-4AEE-95BC-E867D49C88B5}" presName="negativeSpace" presStyleCnt="0"/>
      <dgm:spPr/>
    </dgm:pt>
    <dgm:pt modelId="{87E2FD7C-0729-47B8-B1FB-A44E439BE764}" type="pres">
      <dgm:prSet presAssocID="{A533B6C7-3203-4AEE-95BC-E867D49C88B5}" presName="childText" presStyleLbl="conFgAcc1" presStyleIdx="1" presStyleCnt="3">
        <dgm:presLayoutVars>
          <dgm:bulletEnabled val="1"/>
        </dgm:presLayoutVars>
      </dgm:prSet>
      <dgm:spPr>
        <a:ln>
          <a:solidFill>
            <a:schemeClr val="accent2"/>
          </a:solidFill>
        </a:ln>
      </dgm:spPr>
    </dgm:pt>
    <dgm:pt modelId="{6052B25F-36DF-4A5F-BA08-1F9785D05B9B}" type="pres">
      <dgm:prSet presAssocID="{634EAA8A-B09B-42FE-8301-99FBFB2B9BD8}" presName="spaceBetweenRectangles" presStyleCnt="0"/>
      <dgm:spPr/>
    </dgm:pt>
    <dgm:pt modelId="{C731DBC8-0E99-4639-ACA2-7ACEFA2844BF}" type="pres">
      <dgm:prSet presAssocID="{4A4045ED-A119-4AA6-9C68-5FB2FD000427}" presName="parentLin" presStyleCnt="0"/>
      <dgm:spPr/>
    </dgm:pt>
    <dgm:pt modelId="{35933558-DB26-4802-B4E2-672716F88346}" type="pres">
      <dgm:prSet presAssocID="{4A4045ED-A119-4AA6-9C68-5FB2FD000427}" presName="parentLeftMargin" presStyleLbl="node1" presStyleIdx="1" presStyleCnt="3"/>
      <dgm:spPr/>
    </dgm:pt>
    <dgm:pt modelId="{12FEB779-618B-4854-88E9-390575D436B8}" type="pres">
      <dgm:prSet presAssocID="{4A4045ED-A119-4AA6-9C68-5FB2FD00042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E7DA70E-372B-453D-9992-B9F46E5D404C}" type="pres">
      <dgm:prSet presAssocID="{4A4045ED-A119-4AA6-9C68-5FB2FD000427}" presName="negativeSpace" presStyleCnt="0"/>
      <dgm:spPr/>
    </dgm:pt>
    <dgm:pt modelId="{E7351307-5BD1-403B-A1BF-1058796C5E99}" type="pres">
      <dgm:prSet presAssocID="{4A4045ED-A119-4AA6-9C68-5FB2FD000427}" presName="childText" presStyleLbl="conFgAcc1" presStyleIdx="2" presStyleCnt="3">
        <dgm:presLayoutVars>
          <dgm:bulletEnabled val="1"/>
        </dgm:presLayoutVars>
      </dgm:prSet>
      <dgm:spPr>
        <a:ln>
          <a:solidFill>
            <a:srgbClr val="FFD347"/>
          </a:solidFill>
        </a:ln>
      </dgm:spPr>
    </dgm:pt>
  </dgm:ptLst>
  <dgm:cxnLst>
    <dgm:cxn modelId="{4C47BF0C-5B6B-47F0-A6B5-4894696B5CAD}" type="presOf" srcId="{620EFBB7-0769-4554-96E3-51B5B6698D5A}" destId="{A8B898EB-38C9-408E-9FE2-CB5C874FA50A}" srcOrd="1" destOrd="0" presId="urn:microsoft.com/office/officeart/2005/8/layout/list1"/>
    <dgm:cxn modelId="{1BD59E24-EEF8-4998-8DB1-3343142CAF57}" srcId="{2A136A90-6B59-45AD-BBA1-85AFD032E8F8}" destId="{4A4045ED-A119-4AA6-9C68-5FB2FD000427}" srcOrd="2" destOrd="0" parTransId="{3AFC7164-9B18-4D91-8BCD-E06AEDF44A1B}" sibTransId="{858335E1-0756-4935-AE41-5B216DCCD948}"/>
    <dgm:cxn modelId="{72FBC52A-80BD-4D8D-8201-EC70459479E5}" type="presOf" srcId="{A533B6C7-3203-4AEE-95BC-E867D49C88B5}" destId="{9F236B2A-6433-401D-953E-FC86D923A3BE}" srcOrd="1" destOrd="0" presId="urn:microsoft.com/office/officeart/2005/8/layout/list1"/>
    <dgm:cxn modelId="{FFC7372E-FB9E-4701-9673-F683E4BC8F79}" type="presOf" srcId="{4A4045ED-A119-4AA6-9C68-5FB2FD000427}" destId="{35933558-DB26-4802-B4E2-672716F88346}" srcOrd="0" destOrd="0" presId="urn:microsoft.com/office/officeart/2005/8/layout/list1"/>
    <dgm:cxn modelId="{AE191E4D-5CAB-4318-B26C-FF45842DE147}" type="presOf" srcId="{A533B6C7-3203-4AEE-95BC-E867D49C88B5}" destId="{1281A6D2-5A4B-4B28-A324-2451A8523897}" srcOrd="0" destOrd="0" presId="urn:microsoft.com/office/officeart/2005/8/layout/list1"/>
    <dgm:cxn modelId="{17C9D25A-BC5F-418E-9A4A-29DD9C57BD39}" srcId="{2A136A90-6B59-45AD-BBA1-85AFD032E8F8}" destId="{620EFBB7-0769-4554-96E3-51B5B6698D5A}" srcOrd="0" destOrd="0" parTransId="{B5DFE748-686E-4A08-944E-9D07F9FA6B48}" sibTransId="{FD3AFE35-532F-4AE8-BAB4-DFA3B4B611F6}"/>
    <dgm:cxn modelId="{8028E8BF-8455-4118-B99A-A0686340C34D}" type="presOf" srcId="{2A136A90-6B59-45AD-BBA1-85AFD032E8F8}" destId="{183A34DF-AA92-49E1-8191-0CF6AD17A6AA}" srcOrd="0" destOrd="0" presId="urn:microsoft.com/office/officeart/2005/8/layout/list1"/>
    <dgm:cxn modelId="{DAB080D3-9720-409D-92F9-E4C628DAB5DB}" type="presOf" srcId="{620EFBB7-0769-4554-96E3-51B5B6698D5A}" destId="{428AD880-175D-49F1-A1F6-97F367C387BF}" srcOrd="0" destOrd="0" presId="urn:microsoft.com/office/officeart/2005/8/layout/list1"/>
    <dgm:cxn modelId="{F8ADA4DB-B32F-4B73-8A10-82145969B0D4}" type="presOf" srcId="{4A4045ED-A119-4AA6-9C68-5FB2FD000427}" destId="{12FEB779-618B-4854-88E9-390575D436B8}" srcOrd="1" destOrd="0" presId="urn:microsoft.com/office/officeart/2005/8/layout/list1"/>
    <dgm:cxn modelId="{0FE563DE-8338-4B45-BCFD-251C8642CABA}" srcId="{2A136A90-6B59-45AD-BBA1-85AFD032E8F8}" destId="{A533B6C7-3203-4AEE-95BC-E867D49C88B5}" srcOrd="1" destOrd="0" parTransId="{4FCAF1A9-8A97-45AC-B4A5-B91AEE5BC9BB}" sibTransId="{634EAA8A-B09B-42FE-8301-99FBFB2B9BD8}"/>
    <dgm:cxn modelId="{35086FED-D703-4638-98BD-FE920FA5FBDD}" type="presParOf" srcId="{183A34DF-AA92-49E1-8191-0CF6AD17A6AA}" destId="{8F706C0E-1AB2-4161-86CE-4B3594B6EE51}" srcOrd="0" destOrd="0" presId="urn:microsoft.com/office/officeart/2005/8/layout/list1"/>
    <dgm:cxn modelId="{3FD846C1-1AA1-4813-BE57-63765B60AAC5}" type="presParOf" srcId="{8F706C0E-1AB2-4161-86CE-4B3594B6EE51}" destId="{428AD880-175D-49F1-A1F6-97F367C387BF}" srcOrd="0" destOrd="0" presId="urn:microsoft.com/office/officeart/2005/8/layout/list1"/>
    <dgm:cxn modelId="{5B04AB5B-9799-43BD-8D52-7AC40E55F47A}" type="presParOf" srcId="{8F706C0E-1AB2-4161-86CE-4B3594B6EE51}" destId="{A8B898EB-38C9-408E-9FE2-CB5C874FA50A}" srcOrd="1" destOrd="0" presId="urn:microsoft.com/office/officeart/2005/8/layout/list1"/>
    <dgm:cxn modelId="{5E58D9F8-1C6A-4C88-8692-866BDA2FB234}" type="presParOf" srcId="{183A34DF-AA92-49E1-8191-0CF6AD17A6AA}" destId="{010CCE66-3FB9-4F51-BDBC-33ABD28D8225}" srcOrd="1" destOrd="0" presId="urn:microsoft.com/office/officeart/2005/8/layout/list1"/>
    <dgm:cxn modelId="{5B5BD3E0-6AA5-405C-86F6-6189D7D1BBB2}" type="presParOf" srcId="{183A34DF-AA92-49E1-8191-0CF6AD17A6AA}" destId="{CD67A140-C3A5-43E4-BD28-3C31B61E6EA3}" srcOrd="2" destOrd="0" presId="urn:microsoft.com/office/officeart/2005/8/layout/list1"/>
    <dgm:cxn modelId="{88AA28E7-36CD-44A7-8ADB-4D1F8916FBC1}" type="presParOf" srcId="{183A34DF-AA92-49E1-8191-0CF6AD17A6AA}" destId="{B5CDED1F-8360-491C-9402-4F19E16BD667}" srcOrd="3" destOrd="0" presId="urn:microsoft.com/office/officeart/2005/8/layout/list1"/>
    <dgm:cxn modelId="{FF7413D7-D548-4681-A585-70D1AABC67F9}" type="presParOf" srcId="{183A34DF-AA92-49E1-8191-0CF6AD17A6AA}" destId="{77070C8B-4365-4FE5-A117-9CDBA9EA1B7B}" srcOrd="4" destOrd="0" presId="urn:microsoft.com/office/officeart/2005/8/layout/list1"/>
    <dgm:cxn modelId="{71A0FD2B-4499-4733-9591-DA4C05395BCE}" type="presParOf" srcId="{77070C8B-4365-4FE5-A117-9CDBA9EA1B7B}" destId="{1281A6D2-5A4B-4B28-A324-2451A8523897}" srcOrd="0" destOrd="0" presId="urn:microsoft.com/office/officeart/2005/8/layout/list1"/>
    <dgm:cxn modelId="{30A09A04-D072-417D-A61D-934C676DCDCF}" type="presParOf" srcId="{77070C8B-4365-4FE5-A117-9CDBA9EA1B7B}" destId="{9F236B2A-6433-401D-953E-FC86D923A3BE}" srcOrd="1" destOrd="0" presId="urn:microsoft.com/office/officeart/2005/8/layout/list1"/>
    <dgm:cxn modelId="{524522B1-B159-42B4-B665-C9379A55DCC7}" type="presParOf" srcId="{183A34DF-AA92-49E1-8191-0CF6AD17A6AA}" destId="{622D5052-0558-4614-99B8-0AD5AD5D765D}" srcOrd="5" destOrd="0" presId="urn:microsoft.com/office/officeart/2005/8/layout/list1"/>
    <dgm:cxn modelId="{E7BEC372-D400-47C9-A797-96ADB89A1753}" type="presParOf" srcId="{183A34DF-AA92-49E1-8191-0CF6AD17A6AA}" destId="{87E2FD7C-0729-47B8-B1FB-A44E439BE764}" srcOrd="6" destOrd="0" presId="urn:microsoft.com/office/officeart/2005/8/layout/list1"/>
    <dgm:cxn modelId="{417F3911-D9AF-4E19-9D90-8109AFEFCD0B}" type="presParOf" srcId="{183A34DF-AA92-49E1-8191-0CF6AD17A6AA}" destId="{6052B25F-36DF-4A5F-BA08-1F9785D05B9B}" srcOrd="7" destOrd="0" presId="urn:microsoft.com/office/officeart/2005/8/layout/list1"/>
    <dgm:cxn modelId="{3DE435C5-4ABA-458C-BF3A-884235FEC02F}" type="presParOf" srcId="{183A34DF-AA92-49E1-8191-0CF6AD17A6AA}" destId="{C731DBC8-0E99-4639-ACA2-7ACEFA2844BF}" srcOrd="8" destOrd="0" presId="urn:microsoft.com/office/officeart/2005/8/layout/list1"/>
    <dgm:cxn modelId="{9CE7FB1B-7AC6-451B-AD05-46E39FAC0010}" type="presParOf" srcId="{C731DBC8-0E99-4639-ACA2-7ACEFA2844BF}" destId="{35933558-DB26-4802-B4E2-672716F88346}" srcOrd="0" destOrd="0" presId="urn:microsoft.com/office/officeart/2005/8/layout/list1"/>
    <dgm:cxn modelId="{D7FA96C3-741B-437E-86F3-1F9B666F84B5}" type="presParOf" srcId="{C731DBC8-0E99-4639-ACA2-7ACEFA2844BF}" destId="{12FEB779-618B-4854-88E9-390575D436B8}" srcOrd="1" destOrd="0" presId="urn:microsoft.com/office/officeart/2005/8/layout/list1"/>
    <dgm:cxn modelId="{3A498131-4138-44B4-9C9F-8B31018D776D}" type="presParOf" srcId="{183A34DF-AA92-49E1-8191-0CF6AD17A6AA}" destId="{0E7DA70E-372B-453D-9992-B9F46E5D404C}" srcOrd="9" destOrd="0" presId="urn:microsoft.com/office/officeart/2005/8/layout/list1"/>
    <dgm:cxn modelId="{14BB65EA-6E97-4ECF-BD27-4835B736C81E}" type="presParOf" srcId="{183A34DF-AA92-49E1-8191-0CF6AD17A6AA}" destId="{E7351307-5BD1-403B-A1BF-1058796C5E9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7A140-C3A5-43E4-BD28-3C31B61E6EA3}">
      <dsp:nvSpPr>
        <dsp:cNvPr id="0" name=""/>
        <dsp:cNvSpPr/>
      </dsp:nvSpPr>
      <dsp:spPr>
        <a:xfrm>
          <a:off x="0" y="1025845"/>
          <a:ext cx="8178363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B898EB-38C9-408E-9FE2-CB5C874FA50A}">
      <dsp:nvSpPr>
        <dsp:cNvPr id="0" name=""/>
        <dsp:cNvSpPr/>
      </dsp:nvSpPr>
      <dsp:spPr>
        <a:xfrm>
          <a:off x="408918" y="642085"/>
          <a:ext cx="5724854" cy="767520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386" tIns="0" rIns="216386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+mn-lt"/>
              <a:ea typeface="Tahoma" panose="020B0604030504040204" pitchFamily="34" charset="0"/>
              <a:cs typeface="Tahoma" panose="020B0604030504040204" pitchFamily="34" charset="0"/>
            </a:rPr>
            <a:t>Education and self-learning</a:t>
          </a:r>
        </a:p>
      </dsp:txBody>
      <dsp:txXfrm>
        <a:off x="446385" y="679552"/>
        <a:ext cx="5649920" cy="692586"/>
      </dsp:txXfrm>
    </dsp:sp>
    <dsp:sp modelId="{87E2FD7C-0729-47B8-B1FB-A44E439BE764}">
      <dsp:nvSpPr>
        <dsp:cNvPr id="0" name=""/>
        <dsp:cNvSpPr/>
      </dsp:nvSpPr>
      <dsp:spPr>
        <a:xfrm>
          <a:off x="0" y="2205205"/>
          <a:ext cx="8178363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236B2A-6433-401D-953E-FC86D923A3BE}">
      <dsp:nvSpPr>
        <dsp:cNvPr id="0" name=""/>
        <dsp:cNvSpPr/>
      </dsp:nvSpPr>
      <dsp:spPr>
        <a:xfrm>
          <a:off x="408918" y="1821445"/>
          <a:ext cx="5724854" cy="767520"/>
        </a:xfrm>
        <a:prstGeom prst="round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386" tIns="0" rIns="216386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+mn-lt"/>
              <a:ea typeface="Tahoma" panose="020B0604030504040204" pitchFamily="34" charset="0"/>
              <a:cs typeface="Tahoma" panose="020B0604030504040204" pitchFamily="34" charset="0"/>
            </a:rPr>
            <a:t>Online assessment practice</a:t>
          </a:r>
        </a:p>
      </dsp:txBody>
      <dsp:txXfrm>
        <a:off x="446385" y="1858912"/>
        <a:ext cx="5649920" cy="692586"/>
      </dsp:txXfrm>
    </dsp:sp>
    <dsp:sp modelId="{E7351307-5BD1-403B-A1BF-1058796C5E99}">
      <dsp:nvSpPr>
        <dsp:cNvPr id="0" name=""/>
        <dsp:cNvSpPr/>
      </dsp:nvSpPr>
      <dsp:spPr>
        <a:xfrm>
          <a:off x="0" y="3384565"/>
          <a:ext cx="8178363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D34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FEB779-618B-4854-88E9-390575D436B8}">
      <dsp:nvSpPr>
        <dsp:cNvPr id="0" name=""/>
        <dsp:cNvSpPr/>
      </dsp:nvSpPr>
      <dsp:spPr>
        <a:xfrm>
          <a:off x="408918" y="3000805"/>
          <a:ext cx="5724854" cy="767520"/>
        </a:xfrm>
        <a:prstGeom prst="round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386" tIns="0" rIns="216386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+mn-lt"/>
              <a:ea typeface="Tahoma" panose="020B0604030504040204" pitchFamily="34" charset="0"/>
              <a:cs typeface="Tahoma" panose="020B0604030504040204" pitchFamily="34" charset="0"/>
            </a:rPr>
            <a:t>Knowledge testing through quizzes</a:t>
          </a:r>
        </a:p>
      </dsp:txBody>
      <dsp:txXfrm>
        <a:off x="446385" y="3038272"/>
        <a:ext cx="5649920" cy="6925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7FC7C1-D8AA-B091-1F6F-DF34F496CE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4C66C-4BFB-810C-145A-0148EAF322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948B2-9F39-4214-ADF8-BB8A8597363A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74DF4-2BD2-B359-2542-5A3171304A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933CE-E538-0BA9-37EF-03D2B904A5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620F8-C27B-45D3-8113-3F786F5F3AE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26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F9B0E6-B9BF-4E2D-AE08-8C7EBB196A2E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3816F-A1CF-4485-B308-1B9F14B36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839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844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495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354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386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12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5" Type="http://schemas.openxmlformats.org/officeDocument/2006/relationships/image" Target="../media/image14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Relationship Id="rId1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00BC3F5-39B3-1648-62F2-45C086865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631394">
            <a:off x="3790715" y="4482751"/>
            <a:ext cx="3194131" cy="319413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5A951F4-AC22-7415-9F2B-28314AEB7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338607" flipH="1">
            <a:off x="-587261" y="1663257"/>
            <a:ext cx="2684499" cy="268449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4326095-3B51-C5F9-14E2-1D754BD51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078969">
            <a:off x="1920309" y="4797205"/>
            <a:ext cx="2453456" cy="245345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A2DC491-EA74-1A63-78D5-3236C8B0D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213697">
            <a:off x="-491837" y="3688628"/>
            <a:ext cx="3245427" cy="324542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8DEFB3F-949E-05A4-D2E2-BDEC19A1E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0451125">
            <a:off x="8514237" y="-118161"/>
            <a:ext cx="3005286" cy="300528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FE53462-3A3E-FD14-1012-5A19F0FD0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8889495">
            <a:off x="10171718" y="145767"/>
            <a:ext cx="1574403" cy="157440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5361A00-F2C4-8F3D-504C-2CF21C8E9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520790">
            <a:off x="10917677" y="783939"/>
            <a:ext cx="1488402" cy="14884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80C5E7-B1A1-4648-89D2-17B0F1E7F5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85417" y="359927"/>
            <a:ext cx="7221166" cy="2887389"/>
          </a:xfrm>
        </p:spPr>
        <p:txBody>
          <a:bodyPr anchor="b">
            <a:normAutofit/>
          </a:bodyPr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40298-3E00-4E73-B947-697E692828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85417" y="3368570"/>
            <a:ext cx="7221166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BFF838-44C0-5434-BF69-2B058BC4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579677" y="3278339"/>
            <a:ext cx="49149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51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CC5AE48-291E-005A-A492-CE0FF1DD1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09186" y="0"/>
            <a:ext cx="3668917" cy="6941127"/>
            <a:chOff x="9009186" y="0"/>
            <a:chExt cx="3668917" cy="694112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035531F-5384-C0A2-104E-55D4C00779C4}"/>
                </a:ext>
              </a:extLst>
            </p:cNvPr>
            <p:cNvGrpSpPr/>
            <p:nvPr/>
          </p:nvGrpSpPr>
          <p:grpSpPr>
            <a:xfrm>
              <a:off x="9055676" y="0"/>
              <a:ext cx="3136324" cy="6858000"/>
              <a:chOff x="9055676" y="0"/>
              <a:chExt cx="3136324" cy="68580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A8AD2DB-4128-5ECA-2FB8-4020AE394BB2}"/>
                  </a:ext>
                </a:extLst>
              </p:cNvPr>
              <p:cNvSpPr/>
              <p:nvPr/>
            </p:nvSpPr>
            <p:spPr>
              <a:xfrm>
                <a:off x="9221932" y="0"/>
                <a:ext cx="2970068" cy="685800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396CF12-83CC-ABBC-A014-1B5592F6F505}"/>
                  </a:ext>
                </a:extLst>
              </p:cNvPr>
              <p:cNvSpPr/>
              <p:nvPr/>
            </p:nvSpPr>
            <p:spPr>
              <a:xfrm>
                <a:off x="9055676" y="0"/>
                <a:ext cx="166255" cy="685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191BC38-DFC2-6BC6-E88E-3DECF4A02153}"/>
                  </a:ext>
                </a:extLst>
              </p:cNvPr>
              <p:cNvSpPr/>
              <p:nvPr/>
            </p:nvSpPr>
            <p:spPr>
              <a:xfrm>
                <a:off x="9221932" y="0"/>
                <a:ext cx="114301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E6A6F50-9B7A-E587-24AB-02AD9C6DE1E4}"/>
                  </a:ext>
                </a:extLst>
              </p:cNvPr>
              <p:cNvSpPr/>
              <p:nvPr/>
            </p:nvSpPr>
            <p:spPr>
              <a:xfrm>
                <a:off x="9336233" y="0"/>
                <a:ext cx="150667" cy="6858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4FFBEFC-4933-FBFE-2CF4-A2BD5CB8B4B8}"/>
                  </a:ext>
                </a:extLst>
              </p:cNvPr>
              <p:cNvSpPr/>
              <p:nvPr/>
            </p:nvSpPr>
            <p:spPr>
              <a:xfrm>
                <a:off x="9336233" y="0"/>
                <a:ext cx="57150" cy="685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9" name="Graphic 8" descr="Clipboard">
              <a:extLst>
                <a:ext uri="{FF2B5EF4-FFF2-40B4-BE49-F238E27FC236}">
                  <a16:creationId xmlns:a16="http://schemas.microsoft.com/office/drawing/2014/main" id="{5972380A-ABA8-B22B-B9B6-28350A684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09186" y="3272210"/>
              <a:ext cx="3668917" cy="366891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69" y="89087"/>
            <a:ext cx="8141556" cy="1591655"/>
          </a:xfrm>
        </p:spPr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03746-779A-435F-995A-5BF82C86C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69" y="1825625"/>
            <a:ext cx="8141556" cy="4351338"/>
          </a:xfrm>
        </p:spPr>
        <p:txBody>
          <a:bodyPr>
            <a:normAutofit/>
          </a:bodyPr>
          <a:lstStyle>
            <a:lvl1pPr>
              <a:spcBef>
                <a:spcPts val="1000"/>
              </a:spcBef>
              <a:defRPr sz="24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spcBef>
                <a:spcPts val="1000"/>
              </a:spcBef>
              <a:defRPr sz="20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spcBef>
                <a:spcPts val="1000"/>
              </a:spcBef>
              <a:defRPr sz="18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spcBef>
                <a:spcPts val="1000"/>
              </a:spcBef>
              <a:defRPr sz="16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spcBef>
                <a:spcPts val="1000"/>
              </a:spcBef>
              <a:defRPr sz="16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549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ix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CB221D3-6315-64BB-0994-9A310350F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1282" y="1768455"/>
            <a:ext cx="2268675" cy="201583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E21FEC0-BE16-4B46-6696-739A3956C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1282" y="4307031"/>
            <a:ext cx="2268675" cy="201583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9F97669-2546-AA5C-3BA3-6ECB25C5F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72299" y="1768455"/>
            <a:ext cx="2268675" cy="201583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0EFA880-FC7C-5A7B-D5ED-2E2C5BFF7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72299" y="4307031"/>
            <a:ext cx="2268675" cy="201583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F00A563-A25F-1EBD-4EEE-4C710E8EF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9113" y="1768455"/>
            <a:ext cx="2268675" cy="201583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80689EF-32EC-1547-75CA-66B971009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9113" y="4307031"/>
            <a:ext cx="2268675" cy="201583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569" y="70382"/>
            <a:ext cx="8179441" cy="881277"/>
          </a:xfrm>
        </p:spPr>
        <p:txBody>
          <a:bodyPr anchor="ctr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EAE7AC08-8ACF-8A47-6539-ABE76AAE43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671" y="1009650"/>
            <a:ext cx="8178363" cy="642938"/>
          </a:xfrm>
        </p:spPr>
        <p:txBody>
          <a:bodyPr tIns="0">
            <a:noAutofit/>
          </a:bodyPr>
          <a:lstStyle>
            <a:lvl1pPr marL="0" indent="0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80A2B642-BF0F-0152-908D-0464DA28435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98419" y="2296391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9DD84C2B-121B-74A9-6362-C8FCD9883B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6697" y="3842281"/>
            <a:ext cx="2117845" cy="560223"/>
          </a:xfrm>
        </p:spPr>
        <p:txBody>
          <a:bodyPr tIns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6" name="Picture Placeholder 52">
            <a:extLst>
              <a:ext uri="{FF2B5EF4-FFF2-40B4-BE49-F238E27FC236}">
                <a16:creationId xmlns:a16="http://schemas.microsoft.com/office/drawing/2014/main" id="{3A65400F-DB0C-BEC6-A442-2D18C0552B6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98419" y="4859281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43">
            <a:extLst>
              <a:ext uri="{FF2B5EF4-FFF2-40B4-BE49-F238E27FC236}">
                <a16:creationId xmlns:a16="http://schemas.microsoft.com/office/drawing/2014/main" id="{C694B856-BF94-9E12-F3B8-EBCE53FC1F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6697" y="6395668"/>
            <a:ext cx="2117845" cy="391949"/>
          </a:xfrm>
        </p:spPr>
        <p:txBody>
          <a:bodyPr tIns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4" name="Picture Placeholder 52">
            <a:extLst>
              <a:ext uri="{FF2B5EF4-FFF2-40B4-BE49-F238E27FC236}">
                <a16:creationId xmlns:a16="http://schemas.microsoft.com/office/drawing/2014/main" id="{B05003ED-97CA-ACC0-EAFF-B6BE36F44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149436" y="2296391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85552608-9B21-48D9-05EC-9559CD847E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47714" y="3842281"/>
            <a:ext cx="2117845" cy="560223"/>
          </a:xfrm>
        </p:spPr>
        <p:txBody>
          <a:bodyPr tIns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7" name="Picture Placeholder 52">
            <a:extLst>
              <a:ext uri="{FF2B5EF4-FFF2-40B4-BE49-F238E27FC236}">
                <a16:creationId xmlns:a16="http://schemas.microsoft.com/office/drawing/2014/main" id="{8D142141-5EFE-AE92-887C-AF7122E3AAF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149436" y="4839013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0989C3E-1EBE-7D4C-FCBD-42592FD9F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55676" y="0"/>
            <a:ext cx="3136324" cy="7050231"/>
            <a:chOff x="9055676" y="0"/>
            <a:chExt cx="3136324" cy="7050231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F3D21E8-C54B-81FE-7C29-5B1A46C3A5AF}"/>
                </a:ext>
              </a:extLst>
            </p:cNvPr>
            <p:cNvGrpSpPr/>
            <p:nvPr/>
          </p:nvGrpSpPr>
          <p:grpSpPr>
            <a:xfrm>
              <a:off x="9055676" y="0"/>
              <a:ext cx="3136324" cy="6858000"/>
              <a:chOff x="9055676" y="0"/>
              <a:chExt cx="3136324" cy="68580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7D92700-70DD-00E1-001C-691299ECB2CE}"/>
                  </a:ext>
                </a:extLst>
              </p:cNvPr>
              <p:cNvSpPr/>
              <p:nvPr/>
            </p:nvSpPr>
            <p:spPr>
              <a:xfrm>
                <a:off x="9221932" y="0"/>
                <a:ext cx="2970068" cy="685800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41EFE4B-9FB1-5DE1-771B-86CD9CE26090}"/>
                  </a:ext>
                </a:extLst>
              </p:cNvPr>
              <p:cNvSpPr/>
              <p:nvPr/>
            </p:nvSpPr>
            <p:spPr>
              <a:xfrm>
                <a:off x="9055676" y="0"/>
                <a:ext cx="166255" cy="685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9615517-CB50-B0CD-956D-BB99470CD51D}"/>
                  </a:ext>
                </a:extLst>
              </p:cNvPr>
              <p:cNvSpPr/>
              <p:nvPr/>
            </p:nvSpPr>
            <p:spPr>
              <a:xfrm>
                <a:off x="9221932" y="0"/>
                <a:ext cx="114301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74C90E9-6EDE-D764-1FAA-1774082FF60B}"/>
                  </a:ext>
                </a:extLst>
              </p:cNvPr>
              <p:cNvSpPr/>
              <p:nvPr/>
            </p:nvSpPr>
            <p:spPr>
              <a:xfrm>
                <a:off x="9336233" y="0"/>
                <a:ext cx="150667" cy="6858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F850449-5A16-152B-1D51-38BA1FAFCC66}"/>
                  </a:ext>
                </a:extLst>
              </p:cNvPr>
              <p:cNvSpPr/>
              <p:nvPr/>
            </p:nvSpPr>
            <p:spPr>
              <a:xfrm>
                <a:off x="9336233" y="0"/>
                <a:ext cx="57150" cy="685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29" name="Graphic 28" descr="Shirt">
              <a:extLst>
                <a:ext uri="{FF2B5EF4-FFF2-40B4-BE49-F238E27FC236}">
                  <a16:creationId xmlns:a16="http://schemas.microsoft.com/office/drawing/2014/main" id="{BC5B449E-18C8-C275-1DFE-E844A32CD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887424">
              <a:off x="9541289" y="4083626"/>
              <a:ext cx="1951759" cy="1951759"/>
            </a:xfrm>
            <a:prstGeom prst="rect">
              <a:avLst/>
            </a:prstGeom>
          </p:spPr>
        </p:pic>
        <p:pic>
          <p:nvPicPr>
            <p:cNvPr id="30" name="Graphic 29" descr="Glasses">
              <a:extLst>
                <a:ext uri="{FF2B5EF4-FFF2-40B4-BE49-F238E27FC236}">
                  <a16:creationId xmlns:a16="http://schemas.microsoft.com/office/drawing/2014/main" id="{51B54DB6-8A66-FB28-BE2A-B71834A79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795024">
              <a:off x="11018693" y="3451676"/>
              <a:ext cx="1034563" cy="1034563"/>
            </a:xfrm>
            <a:prstGeom prst="rect">
              <a:avLst/>
            </a:prstGeom>
          </p:spPr>
        </p:pic>
        <p:pic>
          <p:nvPicPr>
            <p:cNvPr id="31" name="Graphic 30" descr="Boot">
              <a:extLst>
                <a:ext uri="{FF2B5EF4-FFF2-40B4-BE49-F238E27FC236}">
                  <a16:creationId xmlns:a16="http://schemas.microsoft.com/office/drawing/2014/main" id="{7B73F953-B9B8-795D-40E4-2AEB8A19B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97835" y="5595504"/>
              <a:ext cx="1454727" cy="1454727"/>
            </a:xfrm>
            <a:prstGeom prst="rect">
              <a:avLst/>
            </a:prstGeom>
          </p:spPr>
        </p:pic>
      </p:grp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89CADEAF-D65D-8FD4-E1A9-B043A2E2E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7714" y="6395668"/>
            <a:ext cx="2117845" cy="391949"/>
          </a:xfrm>
        </p:spPr>
        <p:txBody>
          <a:bodyPr tIns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5" name="Picture Placeholder 52">
            <a:extLst>
              <a:ext uri="{FF2B5EF4-FFF2-40B4-BE49-F238E27FC236}">
                <a16:creationId xmlns:a16="http://schemas.microsoft.com/office/drawing/2014/main" id="{0E1FE068-5CF8-7613-0B65-6B6E32D045F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96250" y="2296391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Text Placeholder 43">
            <a:extLst>
              <a:ext uri="{FF2B5EF4-FFF2-40B4-BE49-F238E27FC236}">
                <a16:creationId xmlns:a16="http://schemas.microsoft.com/office/drawing/2014/main" id="{DC3427CE-8A56-70FC-A3A0-4BD14DB8F5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4528" y="3842281"/>
            <a:ext cx="2117845" cy="560223"/>
          </a:xfrm>
        </p:spPr>
        <p:txBody>
          <a:bodyPr tIns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8" name="Picture Placeholder 52">
            <a:extLst>
              <a:ext uri="{FF2B5EF4-FFF2-40B4-BE49-F238E27FC236}">
                <a16:creationId xmlns:a16="http://schemas.microsoft.com/office/drawing/2014/main" id="{12A64211-5E0E-089E-6F73-1A27AC2862C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096250" y="4839013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43">
            <a:extLst>
              <a:ext uri="{FF2B5EF4-FFF2-40B4-BE49-F238E27FC236}">
                <a16:creationId xmlns:a16="http://schemas.microsoft.com/office/drawing/2014/main" id="{8ABDFD1A-A7F6-884E-E136-539ECF00EC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4528" y="6395668"/>
            <a:ext cx="2117845" cy="391949"/>
          </a:xfrm>
        </p:spPr>
        <p:txBody>
          <a:bodyPr tIns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98845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21E8-C54B-81FE-7C29-5B1A46C3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55676" y="0"/>
            <a:ext cx="3136324" cy="6858000"/>
            <a:chOff x="9055676" y="0"/>
            <a:chExt cx="3136324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D92700-70DD-00E1-001C-691299ECB2CE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EFE4B-9FB1-5DE1-771B-86CD9CE26090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615517-CB50-B0CD-956D-BB99470CD51D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4C90E9-6EDE-D764-1FAA-1774082FF60B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850449-5A16-152B-1D51-38BA1FAFCC66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569" y="111760"/>
            <a:ext cx="8179441" cy="1073579"/>
          </a:xfrm>
        </p:spPr>
        <p:txBody>
          <a:bodyPr anchor="b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EAE7AC08-8ACF-8A47-6539-ABE76AAE434E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6671" y="1209039"/>
            <a:ext cx="8178363" cy="386081"/>
          </a:xfrm>
        </p:spPr>
        <p:txBody>
          <a:bodyPr tIns="0" anchor="ctr">
            <a:noAutofit/>
          </a:bodyPr>
          <a:lstStyle>
            <a:lvl1pPr marL="0" indent="0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B137BB-D176-29BA-51A9-8D59FA6D0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569" y="1608089"/>
            <a:ext cx="7216430" cy="4943379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defRPr sz="18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 sz="14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 sz="14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FD58403-87BD-C72A-405B-69365E022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14" r="15244"/>
          <a:stretch/>
        </p:blipFill>
        <p:spPr>
          <a:xfrm>
            <a:off x="9486900" y="2973678"/>
            <a:ext cx="2705100" cy="38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581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21E8-C54B-81FE-7C29-5B1A46C3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55676" y="0"/>
            <a:ext cx="3136324" cy="6858000"/>
            <a:chOff x="9055676" y="0"/>
            <a:chExt cx="3136324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D92700-70DD-00E1-001C-691299ECB2CE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EFE4B-9FB1-5DE1-771B-86CD9CE26090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615517-CB50-B0CD-956D-BB99470CD51D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4C90E9-6EDE-D764-1FAA-1774082FF60B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850449-5A16-152B-1D51-38BA1FAFCC66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569" y="111760"/>
            <a:ext cx="8179441" cy="1073579"/>
          </a:xfrm>
        </p:spPr>
        <p:txBody>
          <a:bodyPr anchor="b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EAE7AC08-8ACF-8A47-6539-ABE76AAE434E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6671" y="1209039"/>
            <a:ext cx="8178363" cy="386081"/>
          </a:xfrm>
        </p:spPr>
        <p:txBody>
          <a:bodyPr tIns="0" anchor="ctr">
            <a:noAutofit/>
          </a:bodyPr>
          <a:lstStyle>
            <a:lvl1pPr marL="0" indent="0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B137BB-D176-29BA-51A9-8D59FA6D0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569" y="1608089"/>
            <a:ext cx="7216430" cy="4943379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defRPr sz="18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 sz="14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 sz="14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CD37FEF-9445-6BCC-841A-0673D966F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048" r="19552"/>
          <a:stretch/>
        </p:blipFill>
        <p:spPr>
          <a:xfrm>
            <a:off x="9486899" y="2591331"/>
            <a:ext cx="2705101" cy="426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19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21E8-C54B-81FE-7C29-5B1A46C3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0" y="0"/>
            <a:ext cx="3136324" cy="6858000"/>
            <a:chOff x="9055676" y="0"/>
            <a:chExt cx="3136324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D92700-70DD-00E1-001C-691299ECB2CE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EFE4B-9FB1-5DE1-771B-86CD9CE26090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615517-CB50-B0CD-956D-BB99470CD51D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4C90E9-6EDE-D764-1FAA-1774082FF60B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850449-5A16-152B-1D51-38BA1FAFCC66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437665" y="111760"/>
            <a:ext cx="8179441" cy="1073579"/>
          </a:xfrm>
        </p:spPr>
        <p:txBody>
          <a:bodyPr anchor="b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EAE7AC08-8ACF-8A47-6539-ABE76AAE434E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438768" y="1209039"/>
            <a:ext cx="3933013" cy="386081"/>
          </a:xfrm>
        </p:spPr>
        <p:txBody>
          <a:bodyPr tIns="0" anchor="ctr">
            <a:noAutofit/>
          </a:bodyPr>
          <a:lstStyle>
            <a:lvl1pPr marL="0" indent="0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B137BB-D176-29BA-51A9-8D59FA6D0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37665" y="1608089"/>
            <a:ext cx="3933614" cy="4943379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defRPr sz="18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 sz="14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 sz="14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CD37FEF-9445-6BCC-841A-0673D966F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048" r="19552"/>
          <a:stretch/>
        </p:blipFill>
        <p:spPr>
          <a:xfrm>
            <a:off x="0" y="2591331"/>
            <a:ext cx="2705101" cy="4266669"/>
          </a:xfrm>
          <a:prstGeom prst="rect">
            <a:avLst/>
          </a:prstGeom>
        </p:spPr>
      </p:pic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A161B53F-A441-96B8-2517-F699FD4957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84093" y="1209039"/>
            <a:ext cx="3933013" cy="386081"/>
          </a:xfrm>
        </p:spPr>
        <p:txBody>
          <a:bodyPr tIns="0" anchor="ctr">
            <a:noAutofit/>
          </a:bodyPr>
          <a:lstStyle>
            <a:lvl1pPr marL="0" indent="0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376168A-A686-C74E-2BEA-2454CA40BE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2940" y="1608089"/>
            <a:ext cx="3933614" cy="4943379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defRPr sz="18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 sz="14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 sz="14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27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21E8-C54B-81FE-7C29-5B1A46C3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55676" y="0"/>
            <a:ext cx="3136324" cy="6858000"/>
            <a:chOff x="9055676" y="0"/>
            <a:chExt cx="3136324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D92700-70DD-00E1-001C-691299ECB2CE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EFE4B-9FB1-5DE1-771B-86CD9CE26090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615517-CB50-B0CD-956D-BB99470CD51D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4C90E9-6EDE-D764-1FAA-1774082FF60B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850449-5A16-152B-1D51-38BA1FAFCC66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569" y="111760"/>
            <a:ext cx="8179441" cy="1073579"/>
          </a:xfrm>
        </p:spPr>
        <p:txBody>
          <a:bodyPr anchor="b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B137BB-D176-29BA-51A9-8D59FA6D0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568" y="1388539"/>
            <a:ext cx="8179441" cy="427058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6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spcBef>
                <a:spcPts val="2400"/>
              </a:spcBef>
              <a:defRPr sz="14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spcBef>
                <a:spcPts val="2400"/>
              </a:spcBef>
              <a:defRPr sz="12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218DA4-ABFB-5090-45B6-A58A756085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297" y="5872163"/>
            <a:ext cx="8179441" cy="569912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73B7EE0-028A-E52A-CBF1-C27B48169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0534" y="4155643"/>
            <a:ext cx="2798617" cy="279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6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21E8-C54B-81FE-7C29-5B1A46C3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0" y="0"/>
            <a:ext cx="3136324" cy="6858000"/>
            <a:chOff x="9055676" y="0"/>
            <a:chExt cx="3136324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D92700-70DD-00E1-001C-691299ECB2CE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EFE4B-9FB1-5DE1-771B-86CD9CE26090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615517-CB50-B0CD-956D-BB99470CD51D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4C90E9-6EDE-D764-1FAA-1774082FF60B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850449-5A16-152B-1D51-38BA1FAFCC66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407838" y="111760"/>
            <a:ext cx="8179441" cy="1073579"/>
          </a:xfrm>
        </p:spPr>
        <p:txBody>
          <a:bodyPr anchor="b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B137BB-D176-29BA-51A9-8D59FA6D0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07836" y="1388539"/>
            <a:ext cx="3931920" cy="427058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5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spcBef>
                <a:spcPts val="2400"/>
              </a:spcBef>
              <a:defRPr sz="14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spcBef>
                <a:spcPts val="2400"/>
              </a:spcBef>
              <a:defRPr sz="12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218DA4-ABFB-5090-45B6-A58A756085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07566" y="5872163"/>
            <a:ext cx="8179441" cy="569912"/>
          </a:xfrm>
        </p:spPr>
        <p:txBody>
          <a:bodyPr anchor="ctr">
            <a:noAutofit/>
          </a:bodyPr>
          <a:lstStyle>
            <a:lvl1pPr marL="0" indent="0">
              <a:buNone/>
              <a:defRPr sz="1100">
                <a:solidFill>
                  <a:schemeClr val="accent2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73B7EE0-028A-E52A-CBF1-C27B48169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8184" y="4160982"/>
            <a:ext cx="2798617" cy="2798617"/>
          </a:xfrm>
          <a:prstGeom prst="rect">
            <a:avLst/>
          </a:prstGeom>
        </p:spPr>
      </p:pic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EAF187D7-672C-D333-D844-B39166C78D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55087" y="1388538"/>
            <a:ext cx="3931920" cy="427058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5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spcBef>
                <a:spcPts val="2400"/>
              </a:spcBef>
              <a:defRPr sz="14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spcBef>
                <a:spcPts val="2400"/>
              </a:spcBef>
              <a:defRPr sz="12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39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21E8-C54B-81FE-7C29-5B1A46C3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55676" y="0"/>
            <a:ext cx="3136324" cy="6858000"/>
            <a:chOff x="9055676" y="0"/>
            <a:chExt cx="3136324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D92700-70DD-00E1-001C-691299ECB2CE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EFE4B-9FB1-5DE1-771B-86CD9CE26090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615517-CB50-B0CD-956D-BB99470CD51D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4C90E9-6EDE-D764-1FAA-1774082FF60B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850449-5A16-152B-1D51-38BA1FAFCC66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569" y="111760"/>
            <a:ext cx="8179441" cy="1073579"/>
          </a:xfrm>
        </p:spPr>
        <p:txBody>
          <a:bodyPr anchor="b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B137BB-D176-29BA-51A9-8D59FA6D0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568" y="1388539"/>
            <a:ext cx="8179441" cy="427058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6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spcBef>
                <a:spcPts val="2400"/>
              </a:spcBef>
              <a:defRPr sz="14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spcBef>
                <a:spcPts val="2400"/>
              </a:spcBef>
              <a:defRPr sz="12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8DBAE8-C7DA-C1F5-0391-B8524E20A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315" r="14689" b="1201"/>
          <a:stretch/>
        </p:blipFill>
        <p:spPr>
          <a:xfrm flipH="1">
            <a:off x="9507682" y="3014205"/>
            <a:ext cx="2684315" cy="38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24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97DD3BA4-93A7-01B1-262E-C51CA6ACA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451125">
            <a:off x="7815679" y="-83148"/>
            <a:ext cx="3005286" cy="300528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00BC3F5-39B3-1648-62F2-45C086865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631394">
            <a:off x="3790715" y="4482751"/>
            <a:ext cx="3194131" cy="319413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5A951F4-AC22-7415-9F2B-28314AEB7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38607" flipH="1">
            <a:off x="-587261" y="1663257"/>
            <a:ext cx="2684499" cy="268449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4326095-3B51-C5F9-14E2-1D754BD51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1078969">
            <a:off x="1920309" y="4797205"/>
            <a:ext cx="2453456" cy="245345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A2DC491-EA74-1A63-78D5-3236C8B0D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213697">
            <a:off x="-491837" y="3688628"/>
            <a:ext cx="3245427" cy="324542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FE53462-3A3E-FD14-1012-5A19F0FD0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8889495">
            <a:off x="10171718" y="145767"/>
            <a:ext cx="1574403" cy="157440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5361A00-F2C4-8F3D-504C-2CF21C8E9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520790">
            <a:off x="10917677" y="783939"/>
            <a:ext cx="1488402" cy="14884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80C5E7-B1A1-4648-89D2-17B0F1E7F5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55552" y="1717040"/>
            <a:ext cx="7680896" cy="3104855"/>
          </a:xfrm>
        </p:spPr>
        <p:txBody>
          <a:bodyPr anchor="ctr">
            <a:normAutofit/>
          </a:bodyPr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41424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408F1-BB29-4C6F-91C9-653A730BE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54FEF9-8D09-4091-BE99-B6264EBD3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33F5E9-5DAC-4C4A-9DF5-C2B87276BCC8}" type="datetimeFigureOut">
              <a:rPr lang="en-US" smtClean="0"/>
              <a:pPr/>
              <a:t>1/14/2026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F49AA-83D5-4063-9CDE-AA7763048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2B27C-3C99-4208-B425-775413C5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EC5C30-0B3A-4B13-ADDD-7C63C8AA921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AD6DC5E-041D-BC46-C97A-61F070F58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451125">
            <a:off x="8514237" y="-118161"/>
            <a:ext cx="3005286" cy="300528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E2D9652-3BE5-D545-D5CF-831649D29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889495">
            <a:off x="10171718" y="145767"/>
            <a:ext cx="1574403" cy="157440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0993118-9FA8-8C7E-9DC8-24D57E3FD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520790">
            <a:off x="10917677" y="783939"/>
            <a:ext cx="1488402" cy="148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03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2A62B2-A6D1-4A6F-8B20-80606F47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3F5E9-5DAC-4C4A-9DF5-C2B87276BCC8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E4958-7A46-4331-B2D8-2C31D8FC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8548B-339B-46B2-BF01-1EE3DDC7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5C30-0B3A-4B13-ADDD-7C63C8AA9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66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5B175-C851-453B-B2A0-9A5CFCAD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F4A2-0E4F-4E49-A0BF-BEEC72203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8AA27-3F13-4BFD-B949-21CF31910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3F5E9-5DAC-4C4A-9DF5-C2B87276BCC8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E99A2-0FED-42D4-9FBD-08CC1C3F8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468D4-5440-4CE2-BAB3-61D83F628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C5C30-0B3A-4B13-ADDD-7C63C8AA9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03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6" r:id="rId6"/>
    <p:sldLayoutId id="2147483663" r:id="rId7"/>
    <p:sldLayoutId id="2147483667" r:id="rId8"/>
    <p:sldLayoutId id="2147483664" r:id="rId9"/>
    <p:sldLayoutId id="2147483665" r:id="rId10"/>
    <p:sldLayoutId id="2147483654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5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5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5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C7687B-630E-73B0-D12D-839A252BD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7384" y="1468851"/>
            <a:ext cx="7110745" cy="2896672"/>
          </a:xfrm>
        </p:spPr>
        <p:txBody>
          <a:bodyPr>
            <a:normAutofit/>
          </a:bodyPr>
          <a:lstStyle/>
          <a:p>
            <a:r>
              <a:rPr lang="en-US" dirty="0"/>
              <a:t>Gamified </a:t>
            </a:r>
            <a:br>
              <a:rPr lang="en-US" dirty="0"/>
            </a:br>
            <a:r>
              <a:rPr lang="en-US" dirty="0"/>
              <a:t>Quiz Center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A9F71D-5599-474D-1753-863978478E95}"/>
              </a:ext>
            </a:extLst>
          </p:cNvPr>
          <p:cNvSpPr txBox="1"/>
          <p:nvPr/>
        </p:nvSpPr>
        <p:spPr>
          <a:xfrm>
            <a:off x="2998838" y="4279180"/>
            <a:ext cx="635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Ana Candea, Todor Ioan, Bogdan Gonda, Orosz Barbara</a:t>
            </a:r>
          </a:p>
        </p:txBody>
      </p:sp>
    </p:spTree>
    <p:extLst>
      <p:ext uri="{BB962C8B-B14F-4D97-AF65-F5344CB8AC3E}">
        <p14:creationId xmlns:p14="http://schemas.microsoft.com/office/powerpoint/2010/main" val="4002851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B17B4-3936-D846-3C51-99B816EEF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69" y="89087"/>
            <a:ext cx="8141556" cy="1591655"/>
          </a:xfrm>
        </p:spPr>
        <p:txBody>
          <a:bodyPr/>
          <a:lstStyle/>
          <a:p>
            <a:r>
              <a:rPr lang="en-US" dirty="0"/>
              <a:t>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21A03-D008-4BA4-ACC7-3E4A42E07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69" y="1825625"/>
            <a:ext cx="8141556" cy="4351338"/>
          </a:xfrm>
        </p:spPr>
        <p:txBody>
          <a:bodyPr/>
          <a:lstStyle/>
          <a:p>
            <a:r>
              <a:rPr lang="en-US" dirty="0"/>
              <a:t>The Gamified Quiz Center is a web-based quiz application designed to help users test their knowledge in an interactive and user-friendly way.</a:t>
            </a:r>
          </a:p>
          <a:p>
            <a:r>
              <a:rPr lang="en-US" dirty="0"/>
              <a:t>The application focuses on simplicity, usability, and clear feedback while answering quiz questions. It simulates a real-life quiz experience commonly used in education and self-learning platforms.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888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B0405-5EA2-142C-35F2-BAB808F94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69" y="111760"/>
            <a:ext cx="8179441" cy="1073579"/>
          </a:xfrm>
        </p:spPr>
        <p:txBody>
          <a:bodyPr/>
          <a:lstStyle/>
          <a:p>
            <a:r>
              <a:rPr lang="en-US" dirty="0"/>
              <a:t>Application Domain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008E6-AE7E-6BE1-BC30-8B9FF80D05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569" y="5444172"/>
            <a:ext cx="8178363" cy="386081"/>
          </a:xfrm>
        </p:spPr>
        <p:txBody>
          <a:bodyPr/>
          <a:lstStyle/>
          <a:p>
            <a:r>
              <a:rPr lang="en-US" dirty="0"/>
              <a:t>The application can be used by students, teachers, or anyone interested in learning through quizzes.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E6C4F27-747D-D435-3DD1-6A560068A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060126273"/>
              </p:ext>
            </p:extLst>
          </p:nvPr>
        </p:nvGraphicFramePr>
        <p:xfrm>
          <a:off x="515569" y="874207"/>
          <a:ext cx="8178363" cy="46818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0225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59CD8-A027-98DB-D724-89A1C9FF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645E6-11D1-239F-6F5C-C91D695C41E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07836" y="1388540"/>
            <a:ext cx="3931920" cy="23870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Target users :</a:t>
            </a:r>
          </a:p>
          <a:p>
            <a:pPr lvl="1"/>
            <a:r>
              <a:rPr lang="en-US" sz="1800" dirty="0"/>
              <a:t>Students preparing for exams</a:t>
            </a:r>
          </a:p>
          <a:p>
            <a:pPr lvl="1"/>
            <a:r>
              <a:rPr lang="en-US" sz="1800" dirty="0"/>
              <a:t>Learners who want to test their knowledge</a:t>
            </a:r>
          </a:p>
          <a:p>
            <a:pPr lvl="1"/>
            <a:r>
              <a:rPr lang="en-US" sz="1800" dirty="0"/>
              <a:t>Users with basic web experience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A95EC0-04F1-EA01-E094-2E3E73820E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55087" y="1388539"/>
            <a:ext cx="3931920" cy="20404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/>
              <a:t>User needs:</a:t>
            </a:r>
          </a:p>
          <a:p>
            <a:pPr lvl="1"/>
            <a:r>
              <a:rPr lang="en-US" sz="1800" dirty="0"/>
              <a:t>Easy navigation</a:t>
            </a:r>
          </a:p>
          <a:p>
            <a:pPr lvl="1"/>
            <a:r>
              <a:rPr lang="en-US" sz="1800" dirty="0"/>
              <a:t>Clear instructions</a:t>
            </a:r>
          </a:p>
          <a:p>
            <a:pPr lvl="1"/>
            <a:r>
              <a:rPr lang="en-US" sz="1800" dirty="0"/>
              <a:t>Immediate feedback on answers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02E6EA-424E-4E9D-4B04-F3BD8E3CF977}"/>
              </a:ext>
            </a:extLst>
          </p:cNvPr>
          <p:cNvSpPr txBox="1"/>
          <p:nvPr/>
        </p:nvSpPr>
        <p:spPr>
          <a:xfrm>
            <a:off x="3539613" y="3978789"/>
            <a:ext cx="324464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Objectives:</a:t>
            </a: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Simple and intuitive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Clear success and error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Realistic quiz experience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7224AA-2226-EA1A-48AE-FC862DD25C19}"/>
              </a:ext>
            </a:extLst>
          </p:cNvPr>
          <p:cNvSpPr txBox="1"/>
          <p:nvPr/>
        </p:nvSpPr>
        <p:spPr>
          <a:xfrm>
            <a:off x="8023123" y="4049170"/>
            <a:ext cx="2979174" cy="1559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User attributes: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Basic technology understanding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Have an account</a:t>
            </a:r>
          </a:p>
        </p:txBody>
      </p:sp>
    </p:spTree>
    <p:extLst>
      <p:ext uri="{BB962C8B-B14F-4D97-AF65-F5344CB8AC3E}">
        <p14:creationId xmlns:p14="http://schemas.microsoft.com/office/powerpoint/2010/main" val="589055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CD16F73-C87A-EDDB-908D-ED1D62D60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69" y="89087"/>
            <a:ext cx="8141556" cy="1591655"/>
          </a:xfrm>
        </p:spPr>
        <p:txBody>
          <a:bodyPr/>
          <a:lstStyle/>
          <a:p>
            <a:r>
              <a:rPr lang="en-US" dirty="0"/>
              <a:t>Tasks and Workflow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3B72EEA-9904-8DE2-7258-4A0BAE9B7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69" y="1425677"/>
            <a:ext cx="8141556" cy="4751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Typical workflow:</a:t>
            </a:r>
          </a:p>
          <a:p>
            <a:pPr lvl="1"/>
            <a:r>
              <a:rPr lang="en-US" dirty="0"/>
              <a:t>Admin creates and manages teacher accounts</a:t>
            </a:r>
          </a:p>
          <a:p>
            <a:pPr lvl="1"/>
            <a:r>
              <a:rPr lang="en-US" dirty="0"/>
              <a:t>Teachers create quizzes, manage visibility, and enroll students</a:t>
            </a:r>
          </a:p>
          <a:p>
            <a:pPr lvl="1"/>
            <a:r>
              <a:rPr lang="en-US" dirty="0"/>
              <a:t>Students take quizzes and view results</a:t>
            </a:r>
          </a:p>
          <a:p>
            <a:pPr marL="0" indent="0">
              <a:buNone/>
            </a:pPr>
            <a:r>
              <a:rPr lang="en-US" b="1" dirty="0"/>
              <a:t>Success scenarios:</a:t>
            </a:r>
            <a:endParaRPr lang="en-US" dirty="0"/>
          </a:p>
          <a:p>
            <a:pPr lvl="1"/>
            <a:r>
              <a:rPr lang="en-US" dirty="0"/>
              <a:t>Correct answers show positive feedback</a:t>
            </a:r>
          </a:p>
          <a:p>
            <a:pPr lvl="1"/>
            <a:r>
              <a:rPr lang="en-US" dirty="0"/>
              <a:t>Completed actions display confirmation messages</a:t>
            </a:r>
          </a:p>
          <a:p>
            <a:pPr marL="0" indent="0">
              <a:buNone/>
            </a:pPr>
            <a:r>
              <a:rPr lang="en-US" b="1" dirty="0"/>
              <a:t>Error scenarios:</a:t>
            </a:r>
            <a:endParaRPr lang="en-US" dirty="0"/>
          </a:p>
          <a:p>
            <a:pPr lvl="1"/>
            <a:r>
              <a:rPr lang="en-US" dirty="0"/>
              <a:t>Invalid inputs show clear error messages</a:t>
            </a:r>
          </a:p>
          <a:p>
            <a:pPr lvl="1"/>
            <a:r>
              <a:rPr lang="en-US" dirty="0"/>
              <a:t>Users can recover and continue without losing progress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998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8EA8A-D36B-3EE1-1224-F1622F30B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824C0-8693-7A4A-0B2C-B8175486437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07836" y="1388539"/>
            <a:ext cx="8646512" cy="497293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The project is implemented as a </a:t>
            </a:r>
            <a:r>
              <a:rPr lang="en-US" sz="2000" b="1" dirty="0"/>
              <a:t>web-based prototype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Technologies used:</a:t>
            </a:r>
          </a:p>
          <a:p>
            <a:pPr lvl="1"/>
            <a:r>
              <a:rPr lang="en-US" sz="1900" b="1" dirty="0"/>
              <a:t>React</a:t>
            </a:r>
            <a:r>
              <a:rPr lang="en-US" sz="1900" dirty="0"/>
              <a:t> for building the user interface</a:t>
            </a:r>
          </a:p>
          <a:p>
            <a:pPr lvl="1"/>
            <a:r>
              <a:rPr lang="en-US" sz="1900" b="1" dirty="0"/>
              <a:t>HTML &amp; CSS</a:t>
            </a:r>
            <a:r>
              <a:rPr lang="en-US" sz="1900" dirty="0"/>
              <a:t> for layout and styling</a:t>
            </a:r>
          </a:p>
          <a:p>
            <a:pPr lvl="1"/>
            <a:r>
              <a:rPr lang="en-US" sz="1900" b="1" dirty="0"/>
              <a:t>JavaScript</a:t>
            </a:r>
            <a:r>
              <a:rPr lang="en-US" sz="1900" dirty="0"/>
              <a:t> for interaction and logic</a:t>
            </a:r>
          </a:p>
          <a:p>
            <a:pPr marL="0" indent="0">
              <a:buNone/>
            </a:pPr>
            <a:r>
              <a:rPr lang="en-US" sz="2000" dirty="0"/>
              <a:t>The technology choice allows a responsive, modern, and interactive UI similar to real-world applications.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08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58401-1F84-D1F9-117E-E23D154DC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4C222-A30B-06FC-4E65-8DAD1C0DB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5832F-44A0-AB27-ECCF-02C5DA72B97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Main challenges encountered: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Designing a clear and intuitive UI for different user roles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Keeping UI consistency across all sections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Handling success and error feedback clearly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Balancing simplicity with required functionality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These challenges were addressed by applying UI/UX best practices and using consistent design patterns.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39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5E61D-F98C-C356-E137-810635132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5552" y="1717040"/>
            <a:ext cx="7680896" cy="310485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4232192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93">
      <a:majorFont>
        <a:latin typeface="Rockwell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787325_Lab safety_win32_sl_v3" id="{D64AF424-20BD-49B4-B694-301E69FF220B}" vid="{9707B19F-3C0C-4510-9A4B-339DEF251C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07EEB9A-E57A-49BD-B528-AD5141A200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32312C-73FA-48DB-88E9-32B5B10F6E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E0CC7A-D12B-4253-A55F-EB630E52C0D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Lab safety</Template>
  <TotalTime>24</TotalTime>
  <Words>318</Words>
  <Application>Microsoft Office PowerPoint</Application>
  <PresentationFormat>Widescreen</PresentationFormat>
  <Paragraphs>59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Rockwell</vt:lpstr>
      <vt:lpstr>Tahoma</vt:lpstr>
      <vt:lpstr>Custom</vt:lpstr>
      <vt:lpstr>Gamified  Quiz Center</vt:lpstr>
      <vt:lpstr>Our project</vt:lpstr>
      <vt:lpstr>Application Domain</vt:lpstr>
      <vt:lpstr>Target Users</vt:lpstr>
      <vt:lpstr>Tasks and Workflow</vt:lpstr>
      <vt:lpstr>Technologies Used</vt:lpstr>
      <vt:lpstr>Challenges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Candea</dc:creator>
  <cp:lastModifiedBy>Barbara Orosz</cp:lastModifiedBy>
  <cp:revision>3</cp:revision>
  <dcterms:created xsi:type="dcterms:W3CDTF">2026-01-13T15:59:14Z</dcterms:created>
  <dcterms:modified xsi:type="dcterms:W3CDTF">2026-01-14T07:05:30Z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5b58b62f-6f94-46bd-8089-18e64b0a9abb_Enabled">
    <vt:lpwstr>true</vt:lpwstr>
  </property>
  <property fmtid="{D5CDD505-2E9C-101B-9397-08002B2CF9AE}" pid="4" name="MSIP_Label_5b58b62f-6f94-46bd-8089-18e64b0a9abb_SetDate">
    <vt:lpwstr>2026-01-14T07:01:10Z</vt:lpwstr>
  </property>
  <property fmtid="{D5CDD505-2E9C-101B-9397-08002B2CF9AE}" pid="5" name="MSIP_Label_5b58b62f-6f94-46bd-8089-18e64b0a9abb_Method">
    <vt:lpwstr>Standard</vt:lpwstr>
  </property>
  <property fmtid="{D5CDD505-2E9C-101B-9397-08002B2CF9AE}" pid="6" name="MSIP_Label_5b58b62f-6f94-46bd-8089-18e64b0a9abb_Name">
    <vt:lpwstr>defa4170-0d19-0005-0004-bc88714345d2</vt:lpwstr>
  </property>
  <property fmtid="{D5CDD505-2E9C-101B-9397-08002B2CF9AE}" pid="7" name="MSIP_Label_5b58b62f-6f94-46bd-8089-18e64b0a9abb_SiteId">
    <vt:lpwstr>a6eb79fa-c4a9-4cce-818d-b85274d15305</vt:lpwstr>
  </property>
  <property fmtid="{D5CDD505-2E9C-101B-9397-08002B2CF9AE}" pid="8" name="MSIP_Label_5b58b62f-6f94-46bd-8089-18e64b0a9abb_ActionId">
    <vt:lpwstr>61e849fc-1d0d-4401-aff4-430215e2d892</vt:lpwstr>
  </property>
  <property fmtid="{D5CDD505-2E9C-101B-9397-08002B2CF9AE}" pid="9" name="MSIP_Label_5b58b62f-6f94-46bd-8089-18e64b0a9abb_ContentBits">
    <vt:lpwstr>0</vt:lpwstr>
  </property>
  <property fmtid="{D5CDD505-2E9C-101B-9397-08002B2CF9AE}" pid="10" name="MSIP_Label_5b58b62f-6f94-46bd-8089-18e64b0a9abb_Tag">
    <vt:lpwstr>10, 3, 0, 1</vt:lpwstr>
  </property>
</Properties>
</file>